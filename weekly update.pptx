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66" y="3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0BCC4-4E28-4555-A894-ACF663B10A61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EAEA3-CE5C-4501-8DEF-6AE99BBEFF2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38209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9EAEA3-CE5C-4501-8DEF-6AE99BBEFF2C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75245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19288-F5A5-E8B4-F192-55B8D26FB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41314-E366-2496-A632-CFD066EF3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F170E-93DC-C4AC-1A46-577B9F2C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C1235-237E-80C7-C213-7888DD16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B697D-06C9-F8A8-4143-FBD066CD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4732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DC7D-2ACF-98D0-6AC4-919E9BBE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44534-45D9-F4F2-7081-097E6E3E7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70239-DCDD-CB5B-5626-8C4176BB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FC455-442B-DFDF-C808-97CA9FE3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B12D7-4E6D-E237-7542-43D6E3A2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89782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D3E3F-2764-9AE8-BAF7-0924CB64B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8CA04-6A32-CF58-A502-CF8A971CC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C78A5-EB71-2C4E-B629-2C3055A01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164BF-BFFE-88BD-1E89-9E3AB43A5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2D6E-44FB-7E9D-74F9-4BA0B3A3F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93229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5D0E8-5004-B910-B71F-E7CFAD0BE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5A82C-7A57-302F-13EA-0AA04881A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88C85-6AC4-5016-5921-666755D79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E9111-EB3B-5C82-9930-D8F57F745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787DC-4FB5-7A95-94A4-FE86ADF7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A3FE7-9E07-2497-5420-61440363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5696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3CF2-48F7-394B-4866-D4F19EFE8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52C82-2F9C-7D33-7079-EA378DA7B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1B6F4-156D-9C89-4E27-1E86E30B7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06A8E4-2F7A-5693-BFD6-B90CC4533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24D7F4-A5C3-E7D8-5D0D-65B455DB8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B1E6C1-2B7E-A164-88CB-005FAFA4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19D09C-62BF-74DF-2879-F3EB33BE6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930951-9077-CA0F-F952-159580D9C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59031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6C12-27F9-1764-62D2-88464209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9544E7-1EBE-B2DD-20AE-51857880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97F16E-2B8A-5FFE-865A-02ABDD324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7B93E-F402-EF3B-67E1-334FB5FE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24405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7CD71A-B26A-0F84-F571-AD8B5020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25B1C3-04C7-7B4F-5742-566204AD9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0E91D-5952-9A8D-AA16-176B3909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0338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D7A4-C0E7-B9D9-C095-E2A09F697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ECD8B-918E-2977-CEFC-4497A4A9B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78546-8C0A-B8C6-6773-47A973790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59E46-951F-E04E-8C7C-6EB10DCE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A40C1-44BC-EA40-6D09-175ADB0D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9CC84-8855-5925-5C30-4E3A0E5F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26628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D8F42-C5D3-2F27-6B6B-77C4D2E50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F42836-A8B9-46F2-3AD5-C2C193EE9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D7313-7CE9-BC36-D497-303255E75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B6F75-10FD-55C1-0942-4388D8B8B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D93A-AF74-193F-52F9-7B3B6EEC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8834-3E18-E9B0-9AA5-58140F6A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7979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FA45B-1618-AB38-AFB3-619481B2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EB12E-5DDD-E83F-7EDD-B94F5960F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B18-33A4-963F-E0D2-98C461B4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E8DEB-95B5-FA13-AE7E-400399C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97CB0-3E8A-1567-A9F4-3CACAF50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73217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06C54E-B174-698B-E7E6-2C3BC4B57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A5487-2C1E-3F93-5665-4F50DF516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D72F9-0FFE-C3A1-A457-846B27B67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D6782-023C-1EA4-56E4-2D7D18909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F6B01-F847-173E-69FB-81915618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4308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37DD1-FB79-ADBE-40DF-9229D8A90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BE99D-DFEE-300E-84E7-D9BE4645A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FA718-E561-2F35-9DE8-A59704F3C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BFE98-226A-4904-8E3B-46F4BEED3314}" type="datetimeFigureOut">
              <a:rPr lang="en-NZ" smtClean="0"/>
              <a:t>21/05/2026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A9C0B-FD84-A51E-EFCD-66FBD4BEB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FE3B1-4D60-3DCD-3A63-F0AC702B0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FD1ED-5B5E-41E6-82B4-4BC2F74051A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2100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F968A7-6055-282D-009C-2953BDE2E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5035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190690-3823-0658-E02B-0BC343EF2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0" y="3503598"/>
            <a:ext cx="12179879" cy="3354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06A642-6BFB-57C2-CFFB-3000597D3878}"/>
              </a:ext>
            </a:extLst>
          </p:cNvPr>
          <p:cNvSpPr txBox="1"/>
          <p:nvPr/>
        </p:nvSpPr>
        <p:spPr>
          <a:xfrm>
            <a:off x="5062889" y="2762451"/>
            <a:ext cx="223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With buffer 8 (win=6)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2D01DC-087D-F805-7324-D97EF95007E7}"/>
              </a:ext>
            </a:extLst>
          </p:cNvPr>
          <p:cNvSpPr txBox="1"/>
          <p:nvPr/>
        </p:nvSpPr>
        <p:spPr>
          <a:xfrm>
            <a:off x="5216893" y="6081381"/>
            <a:ext cx="2353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With buffer 50 (win=4)</a:t>
            </a:r>
          </a:p>
        </p:txBody>
      </p:sp>
    </p:spTree>
    <p:extLst>
      <p:ext uri="{BB962C8B-B14F-4D97-AF65-F5344CB8AC3E}">
        <p14:creationId xmlns:p14="http://schemas.microsoft.com/office/powerpoint/2010/main" val="3927259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E5DFA-B290-F89B-7078-A92403A7F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1917"/>
          <a:stretch>
            <a:fillRect/>
          </a:stretch>
        </p:blipFill>
        <p:spPr>
          <a:xfrm>
            <a:off x="4004110" y="163646"/>
            <a:ext cx="7989148" cy="3078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C53113-9CFC-CA00-C922-384C909AC373}"/>
              </a:ext>
            </a:extLst>
          </p:cNvPr>
          <p:cNvSpPr txBox="1"/>
          <p:nvPr/>
        </p:nvSpPr>
        <p:spPr>
          <a:xfrm>
            <a:off x="1066161" y="653963"/>
            <a:ext cx="2013923" cy="712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With buffer 16</a:t>
            </a:r>
            <a:r>
              <a:rPr lang="en-NZ" sz="2000" dirty="0"/>
              <a:t> (win=6)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A9E0C5-4164-C646-3CAE-F3230634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" r="484" b="5810"/>
          <a:stretch>
            <a:fillRect/>
          </a:stretch>
        </p:blipFill>
        <p:spPr>
          <a:xfrm>
            <a:off x="3612858" y="3166713"/>
            <a:ext cx="8697301" cy="36912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770A85-8CEA-2091-12CD-C8306025792C}"/>
              </a:ext>
            </a:extLst>
          </p:cNvPr>
          <p:cNvSpPr txBox="1"/>
          <p:nvPr/>
        </p:nvSpPr>
        <p:spPr>
          <a:xfrm>
            <a:off x="1280950" y="3920499"/>
            <a:ext cx="2013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With no buffer (win=11)</a:t>
            </a:r>
          </a:p>
        </p:txBody>
      </p:sp>
    </p:spTree>
    <p:extLst>
      <p:ext uri="{BB962C8B-B14F-4D97-AF65-F5344CB8AC3E}">
        <p14:creationId xmlns:p14="http://schemas.microsoft.com/office/powerpoint/2010/main" val="39732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856A8-EE0C-A87A-DB80-7CCB617F8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361" y="643467"/>
            <a:ext cx="6105277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7716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318FFF-03B5-83E6-4F5D-B8785343D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5180" y="543667"/>
            <a:ext cx="12192000" cy="609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D359C7-0538-F07E-854C-DA1903880811}"/>
              </a:ext>
            </a:extLst>
          </p:cNvPr>
          <p:cNvSpPr txBox="1"/>
          <p:nvPr/>
        </p:nvSpPr>
        <p:spPr>
          <a:xfrm>
            <a:off x="4366648" y="5709706"/>
            <a:ext cx="345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Used the active learning method.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E05C1-7E25-8EB9-B590-2AD5B52CCF6E}"/>
              </a:ext>
            </a:extLst>
          </p:cNvPr>
          <p:cNvSpPr txBox="1"/>
          <p:nvPr/>
        </p:nvSpPr>
        <p:spPr>
          <a:xfrm>
            <a:off x="4679716" y="174335"/>
            <a:ext cx="248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200" dirty="0"/>
              <a:t>Week 2 </a:t>
            </a:r>
          </a:p>
        </p:txBody>
      </p:sp>
    </p:spTree>
    <p:extLst>
      <p:ext uri="{BB962C8B-B14F-4D97-AF65-F5344CB8AC3E}">
        <p14:creationId xmlns:p14="http://schemas.microsoft.com/office/powerpoint/2010/main" val="776639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CFB0FF-9488-422E-26C5-82131DD4B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537759"/>
            <a:ext cx="11774543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54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C98035-474D-6D68-5961-6A92196D7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85" y="381000"/>
            <a:ext cx="5898681" cy="2949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D7F887-F9BF-73C7-737A-C26A29F28312}"/>
              </a:ext>
            </a:extLst>
          </p:cNvPr>
          <p:cNvSpPr txBox="1"/>
          <p:nvPr/>
        </p:nvSpPr>
        <p:spPr>
          <a:xfrm>
            <a:off x="2646751" y="2954956"/>
            <a:ext cx="170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N = 5 (14)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97249-0467-9C7B-C6FA-360320E17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568" y="252984"/>
            <a:ext cx="6096000" cy="304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477A88-5A5A-59EB-906D-05FA72C1EA6B}"/>
              </a:ext>
            </a:extLst>
          </p:cNvPr>
          <p:cNvSpPr txBox="1"/>
          <p:nvPr/>
        </p:nvSpPr>
        <p:spPr>
          <a:xfrm>
            <a:off x="8906674" y="2954956"/>
            <a:ext cx="770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N = 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4C02DA-CA48-4559-D47D-322D5A227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4288"/>
            <a:ext cx="6305424" cy="31527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0C18F5-8156-9365-4B28-DF4CA8EAB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807" y="229680"/>
            <a:ext cx="6096000" cy="304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06ACCD-1BA4-7FE2-F6CA-B5F34ED5CEDF}"/>
              </a:ext>
            </a:extLst>
          </p:cNvPr>
          <p:cNvSpPr txBox="1"/>
          <p:nvPr/>
        </p:nvSpPr>
        <p:spPr>
          <a:xfrm>
            <a:off x="8894913" y="2931652"/>
            <a:ext cx="1253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N = 4 (10)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F73F01-CCB7-9425-E12D-35B5DCF7FE75}"/>
              </a:ext>
            </a:extLst>
          </p:cNvPr>
          <p:cNvSpPr txBox="1"/>
          <p:nvPr/>
        </p:nvSpPr>
        <p:spPr>
          <a:xfrm>
            <a:off x="2755724" y="6051612"/>
            <a:ext cx="121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N = 2 (10)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41F616A-85DD-73DE-5597-84EA1E8979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830" y="3429000"/>
            <a:ext cx="5927538" cy="296376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FF7C8C3-4FA0-4F02-F8EA-53522170C732}"/>
              </a:ext>
            </a:extLst>
          </p:cNvPr>
          <p:cNvSpPr txBox="1"/>
          <p:nvPr/>
        </p:nvSpPr>
        <p:spPr>
          <a:xfrm>
            <a:off x="9061148" y="5956348"/>
            <a:ext cx="1591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Global (12)</a:t>
            </a:r>
          </a:p>
        </p:txBody>
      </p:sp>
    </p:spTree>
    <p:extLst>
      <p:ext uri="{BB962C8B-B14F-4D97-AF65-F5344CB8AC3E}">
        <p14:creationId xmlns:p14="http://schemas.microsoft.com/office/powerpoint/2010/main" val="2786335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9E5404-D042-4852-53D9-DF5FF1FE8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250925"/>
            <a:ext cx="5294716" cy="2356148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E011AD5-7B14-16F0-562E-5E25F4903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17" y="2105321"/>
            <a:ext cx="5294715" cy="2647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A8A77F-E8F2-EF3D-D1DD-2CCE7321CF2F}"/>
              </a:ext>
            </a:extLst>
          </p:cNvPr>
          <p:cNvSpPr txBox="1"/>
          <p:nvPr/>
        </p:nvSpPr>
        <p:spPr>
          <a:xfrm>
            <a:off x="4657060" y="1143000"/>
            <a:ext cx="3736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Feature selection technique ranking</a:t>
            </a:r>
          </a:p>
        </p:txBody>
      </p:sp>
    </p:spTree>
    <p:extLst>
      <p:ext uri="{BB962C8B-B14F-4D97-AF65-F5344CB8AC3E}">
        <p14:creationId xmlns:p14="http://schemas.microsoft.com/office/powerpoint/2010/main" val="2336054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A8D07A-A446-7260-ED86-965D07B95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30" y="1801365"/>
            <a:ext cx="10332740" cy="3255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74B93B-28CD-F543-452E-5459FB9A6CAA}"/>
              </a:ext>
            </a:extLst>
          </p:cNvPr>
          <p:cNvSpPr txBox="1"/>
          <p:nvPr/>
        </p:nvSpPr>
        <p:spPr>
          <a:xfrm>
            <a:off x="4359349" y="765544"/>
            <a:ext cx="403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Basic Feature selection model Ranking</a:t>
            </a:r>
          </a:p>
        </p:txBody>
      </p:sp>
    </p:spTree>
    <p:extLst>
      <p:ext uri="{BB962C8B-B14F-4D97-AF65-F5344CB8AC3E}">
        <p14:creationId xmlns:p14="http://schemas.microsoft.com/office/powerpoint/2010/main" val="1371922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5883</TotalTime>
  <Words>75</Words>
  <Application>Microsoft Office PowerPoint</Application>
  <PresentationFormat>Widescreen</PresentationFormat>
  <Paragraphs>14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Palnati, Uday Kumar (Student)</dc:creator>
  <cp:lastModifiedBy>Palnati, Uday Kumar (Student)</cp:lastModifiedBy>
  <cp:revision>4</cp:revision>
  <dcterms:created xsi:type="dcterms:W3CDTF">2026-03-24T22:11:43Z</dcterms:created>
  <dcterms:modified xsi:type="dcterms:W3CDTF">2026-05-20T22:44:47Z</dcterms:modified>
</cp:coreProperties>
</file>