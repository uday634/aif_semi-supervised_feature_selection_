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7"/>
  </p:notesMasterIdLst>
  <p:sldIdLst>
    <p:sldId id="256" r:id="rId2"/>
    <p:sldId id="257" r:id="rId3"/>
    <p:sldId id="258" r:id="rId4"/>
    <p:sldId id="259" r:id="rId5"/>
    <p:sldId id="260" r:id="rId6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05" d="100"/>
          <a:sy n="105" d="100"/>
        </p:scale>
        <p:origin x="798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NZ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CE0BCC4-4E28-4555-A894-ACF663B10A61}" type="datetimeFigureOut">
              <a:rPr lang="en-NZ" smtClean="0"/>
              <a:t>30/03/2026</a:t>
            </a:fld>
            <a:endParaRPr lang="en-NZ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NZ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NZ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NZ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29EAEA3-CE5C-4501-8DEF-6AE99BBEFF2C}" type="slidenum">
              <a:rPr lang="en-NZ" smtClean="0"/>
              <a:t>‹#›</a:t>
            </a:fld>
            <a:endParaRPr lang="en-NZ"/>
          </a:p>
        </p:txBody>
      </p:sp>
    </p:spTree>
    <p:extLst>
      <p:ext uri="{BB962C8B-B14F-4D97-AF65-F5344CB8AC3E}">
        <p14:creationId xmlns:p14="http://schemas.microsoft.com/office/powerpoint/2010/main" val="43820949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NZ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29EAEA3-CE5C-4501-8DEF-6AE99BBEFF2C}" type="slidenum">
              <a:rPr lang="en-NZ" smtClean="0"/>
              <a:t>1</a:t>
            </a:fld>
            <a:endParaRPr lang="en-NZ"/>
          </a:p>
        </p:txBody>
      </p:sp>
    </p:spTree>
    <p:extLst>
      <p:ext uri="{BB962C8B-B14F-4D97-AF65-F5344CB8AC3E}">
        <p14:creationId xmlns:p14="http://schemas.microsoft.com/office/powerpoint/2010/main" val="39752453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A819288-F5A5-E8B4-F192-55B8D26FB72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NZ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8F41314-E366-2496-A632-CFD066EF3CC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NZ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BDF170E-93DC-C4AC-1A46-577B9F2C5A0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0BFE98-226A-4904-8E3B-46F4BEED3314}" type="datetimeFigureOut">
              <a:rPr lang="en-NZ" smtClean="0"/>
              <a:t>30/03/2026</a:t>
            </a:fld>
            <a:endParaRPr lang="en-NZ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3EC1235-237E-80C7-C213-7888DD16345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Z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C0B697D-06C9-F8A8-4143-FBD066CDDA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EFD1ED-5B5E-41E6-82B4-4BC2F74051AA}" type="slidenum">
              <a:rPr lang="en-NZ" smtClean="0"/>
              <a:t>‹#›</a:t>
            </a:fld>
            <a:endParaRPr lang="en-NZ"/>
          </a:p>
        </p:txBody>
      </p:sp>
    </p:spTree>
    <p:extLst>
      <p:ext uri="{BB962C8B-B14F-4D97-AF65-F5344CB8AC3E}">
        <p14:creationId xmlns:p14="http://schemas.microsoft.com/office/powerpoint/2010/main" val="194732244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EDDC7D-2ACF-98D0-6AC4-919E9BBE7B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NZ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6B44534-45D9-F4F2-7081-097E6E3E7CB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NZ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8070239-DCDD-CB5B-5626-8C4176BBCDB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0BFE98-226A-4904-8E3B-46F4BEED3314}" type="datetimeFigureOut">
              <a:rPr lang="en-NZ" smtClean="0"/>
              <a:t>30/03/2026</a:t>
            </a:fld>
            <a:endParaRPr lang="en-NZ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F0FC455-442B-DFDF-C808-97CA9FE3266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Z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16B12D7-4E6D-E237-7542-43D6E3A2D1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EFD1ED-5B5E-41E6-82B4-4BC2F74051AA}" type="slidenum">
              <a:rPr lang="en-NZ" smtClean="0"/>
              <a:t>‹#›</a:t>
            </a:fld>
            <a:endParaRPr lang="en-NZ"/>
          </a:p>
        </p:txBody>
      </p:sp>
    </p:spTree>
    <p:extLst>
      <p:ext uri="{BB962C8B-B14F-4D97-AF65-F5344CB8AC3E}">
        <p14:creationId xmlns:p14="http://schemas.microsoft.com/office/powerpoint/2010/main" val="178978282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DD3E3F-2764-9AE8-BAF7-0924CB64B92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NZ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598CA04-6A32-CF58-A502-CF8A971CCC2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22C78A5-EB71-2C4E-B629-2C3055A01C8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0BFE98-226A-4904-8E3B-46F4BEED3314}" type="datetimeFigureOut">
              <a:rPr lang="en-NZ" smtClean="0"/>
              <a:t>30/03/2026</a:t>
            </a:fld>
            <a:endParaRPr lang="en-NZ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CA164BF-BFFE-88BD-1E89-9E3AB43A5A6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Z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0622D6E-44FB-7E9D-74F9-4BA0B3A3F9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EFD1ED-5B5E-41E6-82B4-4BC2F74051AA}" type="slidenum">
              <a:rPr lang="en-NZ" smtClean="0"/>
              <a:t>‹#›</a:t>
            </a:fld>
            <a:endParaRPr lang="en-NZ"/>
          </a:p>
        </p:txBody>
      </p:sp>
    </p:spTree>
    <p:extLst>
      <p:ext uri="{BB962C8B-B14F-4D97-AF65-F5344CB8AC3E}">
        <p14:creationId xmlns:p14="http://schemas.microsoft.com/office/powerpoint/2010/main" val="109322923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25D0E8-5004-B910-B71F-E7CFAD0BE4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NZ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5C5A82C-7A57-302F-13EA-0AA04881A8C9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NZ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4388C85-6AC4-5016-5921-666755D799E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NZ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77E9111-EB3B-5C82-9930-D8F57F74535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0BFE98-226A-4904-8E3B-46F4BEED3314}" type="datetimeFigureOut">
              <a:rPr lang="en-NZ" smtClean="0"/>
              <a:t>30/03/2026</a:t>
            </a:fld>
            <a:endParaRPr lang="en-NZ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0C787DC-4FB5-7A95-94A4-FE86ADF7D91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Z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0CA3FE7-9E07-2497-5420-6144036360B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EFD1ED-5B5E-41E6-82B4-4BC2F74051AA}" type="slidenum">
              <a:rPr lang="en-NZ" smtClean="0"/>
              <a:t>‹#›</a:t>
            </a:fld>
            <a:endParaRPr lang="en-NZ"/>
          </a:p>
        </p:txBody>
      </p:sp>
    </p:spTree>
    <p:extLst>
      <p:ext uri="{BB962C8B-B14F-4D97-AF65-F5344CB8AC3E}">
        <p14:creationId xmlns:p14="http://schemas.microsoft.com/office/powerpoint/2010/main" val="285696163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2F3CF2-48F7-394B-4866-D4F19EFE8E0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NZ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0852C82-2F9C-7D33-7079-EA378DA7BD7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E71B6F4-156D-9C89-4E27-1E86E30B70F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NZ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106A8E4-2F7A-5693-BFD6-B90CC4533CC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0324D7F4-A5C3-E7D8-5D0D-65B455DB839A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NZ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D6B1E6C1-2B7E-A164-88CB-005FAFA46BC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0BFE98-226A-4904-8E3B-46F4BEED3314}" type="datetimeFigureOut">
              <a:rPr lang="en-NZ" smtClean="0"/>
              <a:t>30/03/2026</a:t>
            </a:fld>
            <a:endParaRPr lang="en-NZ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0D19D09C-62BF-74DF-2879-F3EB33BE603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Z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FB930951-9077-CA0F-F952-159580D9C40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EFD1ED-5B5E-41E6-82B4-4BC2F74051AA}" type="slidenum">
              <a:rPr lang="en-NZ" smtClean="0"/>
              <a:t>‹#›</a:t>
            </a:fld>
            <a:endParaRPr lang="en-NZ"/>
          </a:p>
        </p:txBody>
      </p:sp>
    </p:spTree>
    <p:extLst>
      <p:ext uri="{BB962C8B-B14F-4D97-AF65-F5344CB8AC3E}">
        <p14:creationId xmlns:p14="http://schemas.microsoft.com/office/powerpoint/2010/main" val="195903164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9646C12-27F9-1764-62D2-88464209885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NZ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C9544E7-1EBE-B2DD-20AE-51857880A7E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0BFE98-226A-4904-8E3B-46F4BEED3314}" type="datetimeFigureOut">
              <a:rPr lang="en-NZ" smtClean="0"/>
              <a:t>30/03/2026</a:t>
            </a:fld>
            <a:endParaRPr lang="en-NZ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E97F16E-2B8A-5FFE-865A-02ABDD324E4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Z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BD7B93E-F402-EF3B-67E1-334FB5FE9A0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EFD1ED-5B5E-41E6-82B4-4BC2F74051AA}" type="slidenum">
              <a:rPr lang="en-NZ" smtClean="0"/>
              <a:t>‹#›</a:t>
            </a:fld>
            <a:endParaRPr lang="en-NZ"/>
          </a:p>
        </p:txBody>
      </p:sp>
    </p:spTree>
    <p:extLst>
      <p:ext uri="{BB962C8B-B14F-4D97-AF65-F5344CB8AC3E}">
        <p14:creationId xmlns:p14="http://schemas.microsoft.com/office/powerpoint/2010/main" val="102440598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47CD71A-B26A-0F84-F571-AD8B5020B7F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0BFE98-226A-4904-8E3B-46F4BEED3314}" type="datetimeFigureOut">
              <a:rPr lang="en-NZ" smtClean="0"/>
              <a:t>30/03/2026</a:t>
            </a:fld>
            <a:endParaRPr lang="en-NZ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5125B1C3-04C7-7B4F-5742-566204AD942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Z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300E91D-5952-9A8D-AA16-176B3909F6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EFD1ED-5B5E-41E6-82B4-4BC2F74051AA}" type="slidenum">
              <a:rPr lang="en-NZ" smtClean="0"/>
              <a:t>‹#›</a:t>
            </a:fld>
            <a:endParaRPr lang="en-NZ"/>
          </a:p>
        </p:txBody>
      </p:sp>
    </p:spTree>
    <p:extLst>
      <p:ext uri="{BB962C8B-B14F-4D97-AF65-F5344CB8AC3E}">
        <p14:creationId xmlns:p14="http://schemas.microsoft.com/office/powerpoint/2010/main" val="80338955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389D7A4-C0E7-B9D9-C095-E2A09F697AD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NZ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39ECD8B-918E-2977-CEFC-4497A4A9B2F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NZ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4778546-8C0A-B8C6-6773-47A973790A4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A959E46-951F-E04E-8C7C-6EB10DCE034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0BFE98-226A-4904-8E3B-46F4BEED3314}" type="datetimeFigureOut">
              <a:rPr lang="en-NZ" smtClean="0"/>
              <a:t>30/03/2026</a:t>
            </a:fld>
            <a:endParaRPr lang="en-NZ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88A40C1-44BC-EA40-6D09-175ADB0DA48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Z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6E9CC84-8855-5925-5C30-4E3A0E5FA4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EFD1ED-5B5E-41E6-82B4-4BC2F74051AA}" type="slidenum">
              <a:rPr lang="en-NZ" smtClean="0"/>
              <a:t>‹#›</a:t>
            </a:fld>
            <a:endParaRPr lang="en-NZ"/>
          </a:p>
        </p:txBody>
      </p:sp>
    </p:spTree>
    <p:extLst>
      <p:ext uri="{BB962C8B-B14F-4D97-AF65-F5344CB8AC3E}">
        <p14:creationId xmlns:p14="http://schemas.microsoft.com/office/powerpoint/2010/main" val="422662847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9FD8F42-C5D3-2F27-6B6B-77C4D2E50D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NZ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F9F42836-A8B9-46F2-3AD5-C2C193EE9D87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NZ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59D7313-7CE9-BC36-D497-303255E75C1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48B6F75-10FD-55C1-0942-4388D8B8B76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0BFE98-226A-4904-8E3B-46F4BEED3314}" type="datetimeFigureOut">
              <a:rPr lang="en-NZ" smtClean="0"/>
              <a:t>30/03/2026</a:t>
            </a:fld>
            <a:endParaRPr lang="en-NZ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11FD93A-AF74-193F-52F9-7B3B6EEC426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Z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2628834-3E18-E9B0-9AA5-58140F6A2D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EFD1ED-5B5E-41E6-82B4-4BC2F74051AA}" type="slidenum">
              <a:rPr lang="en-NZ" smtClean="0"/>
              <a:t>‹#›</a:t>
            </a:fld>
            <a:endParaRPr lang="en-NZ"/>
          </a:p>
        </p:txBody>
      </p:sp>
    </p:spTree>
    <p:extLst>
      <p:ext uri="{BB962C8B-B14F-4D97-AF65-F5344CB8AC3E}">
        <p14:creationId xmlns:p14="http://schemas.microsoft.com/office/powerpoint/2010/main" val="127979166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41FA45B-1618-AB38-AFB3-619481B2A1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NZ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18EB12E-5DDD-E83F-7EDD-B94F5960F78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NZ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BA2DB18-33A4-963F-E0D2-98C461B44EB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0BFE98-226A-4904-8E3B-46F4BEED3314}" type="datetimeFigureOut">
              <a:rPr lang="en-NZ" smtClean="0"/>
              <a:t>30/03/2026</a:t>
            </a:fld>
            <a:endParaRPr lang="en-NZ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9EE8DEB-95B5-FA13-AE7E-400399C97E1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Z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9197CB0-3E8A-1567-A9F4-3CACAF509F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EFD1ED-5B5E-41E6-82B4-4BC2F74051AA}" type="slidenum">
              <a:rPr lang="en-NZ" smtClean="0"/>
              <a:t>‹#›</a:t>
            </a:fld>
            <a:endParaRPr lang="en-NZ"/>
          </a:p>
        </p:txBody>
      </p:sp>
    </p:spTree>
    <p:extLst>
      <p:ext uri="{BB962C8B-B14F-4D97-AF65-F5344CB8AC3E}">
        <p14:creationId xmlns:p14="http://schemas.microsoft.com/office/powerpoint/2010/main" val="87321768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6006C54E-B174-698B-E7E6-2C3BC4B57ABB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NZ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DAA5487-2C1E-3F93-5665-4F50DF51680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NZ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ADD72F9-0FFE-C3A1-A457-846B27B6733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0BFE98-226A-4904-8E3B-46F4BEED3314}" type="datetimeFigureOut">
              <a:rPr lang="en-NZ" smtClean="0"/>
              <a:t>30/03/2026</a:t>
            </a:fld>
            <a:endParaRPr lang="en-NZ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E6D6782-023C-1EA4-56E4-2D7D189096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Z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ABF6B01-F847-173E-69FB-81915618B8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EFD1ED-5B5E-41E6-82B4-4BC2F74051AA}" type="slidenum">
              <a:rPr lang="en-NZ" smtClean="0"/>
              <a:t>‹#›</a:t>
            </a:fld>
            <a:endParaRPr lang="en-NZ"/>
          </a:p>
        </p:txBody>
      </p:sp>
    </p:spTree>
    <p:extLst>
      <p:ext uri="{BB962C8B-B14F-4D97-AF65-F5344CB8AC3E}">
        <p14:creationId xmlns:p14="http://schemas.microsoft.com/office/powerpoint/2010/main" val="174308289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47C37DD1-FB79-ADBE-40DF-9229D8A90C6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NZ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3CBE99D-DFEE-300E-84E7-D9BE4645A88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NZ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60FA718-E561-2F35-9DE8-A59704F3C1B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70BFE98-226A-4904-8E3B-46F4BEED3314}" type="datetimeFigureOut">
              <a:rPr lang="en-NZ" smtClean="0"/>
              <a:t>30/03/2026</a:t>
            </a:fld>
            <a:endParaRPr lang="en-NZ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07A9C0B-FD84-A51E-EFCD-66FBD4BEB8B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NZ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20FE3B1-4D60-3DCD-3A63-F0AC702B0D4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3EFD1ED-5B5E-41E6-82B4-4BC2F74051AA}" type="slidenum">
              <a:rPr lang="en-NZ" smtClean="0"/>
              <a:t>‹#›</a:t>
            </a:fld>
            <a:endParaRPr lang="en-NZ"/>
          </a:p>
        </p:txBody>
      </p:sp>
    </p:spTree>
    <p:extLst>
      <p:ext uri="{BB962C8B-B14F-4D97-AF65-F5344CB8AC3E}">
        <p14:creationId xmlns:p14="http://schemas.microsoft.com/office/powerpoint/2010/main" val="52100567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FEF968A7-6055-282D-009C-2953BDE2E17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"/>
            <a:ext cx="12192000" cy="3503596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C9190690-3823-0658-E02B-0BC343EF27ED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120" y="3503598"/>
            <a:ext cx="12179879" cy="3354402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A206A642-6BFB-57C2-CFFB-3000597D3878}"/>
              </a:ext>
            </a:extLst>
          </p:cNvPr>
          <p:cNvSpPr txBox="1"/>
          <p:nvPr/>
        </p:nvSpPr>
        <p:spPr>
          <a:xfrm>
            <a:off x="5062889" y="2762451"/>
            <a:ext cx="223035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NZ" dirty="0"/>
              <a:t>With buffer 8 (win=6)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1A2D01DC-087D-F805-7324-D97EF95007E7}"/>
              </a:ext>
            </a:extLst>
          </p:cNvPr>
          <p:cNvSpPr txBox="1"/>
          <p:nvPr/>
        </p:nvSpPr>
        <p:spPr>
          <a:xfrm>
            <a:off x="5216893" y="6081381"/>
            <a:ext cx="23537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NZ" dirty="0"/>
              <a:t>With buffer 50 (win=4)</a:t>
            </a:r>
          </a:p>
        </p:txBody>
      </p:sp>
    </p:spTree>
    <p:extLst>
      <p:ext uri="{BB962C8B-B14F-4D97-AF65-F5344CB8AC3E}">
        <p14:creationId xmlns:p14="http://schemas.microsoft.com/office/powerpoint/2010/main" val="392725907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3" name="Rectangle 12">
            <a:extLst>
              <a:ext uri="{FF2B5EF4-FFF2-40B4-BE49-F238E27FC236}">
                <a16:creationId xmlns:a16="http://schemas.microsoft.com/office/drawing/2014/main" id="{CEF6118E-44FB-4509-B4D9-129052E4C6E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1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DFBE5DFA-B290-F89B-7078-A92403A7FA9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1" b="11917"/>
          <a:stretch>
            <a:fillRect/>
          </a:stretch>
        </p:blipFill>
        <p:spPr>
          <a:xfrm>
            <a:off x="4004110" y="163646"/>
            <a:ext cx="7989148" cy="3078775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4CC53113-9CFC-CA00-C922-384C909AC373}"/>
              </a:ext>
            </a:extLst>
          </p:cNvPr>
          <p:cNvSpPr txBox="1"/>
          <p:nvPr/>
        </p:nvSpPr>
        <p:spPr>
          <a:xfrm>
            <a:off x="1066161" y="653963"/>
            <a:ext cx="2013923" cy="71282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000" dirty="0"/>
              <a:t>With buffer 16</a:t>
            </a:r>
            <a:r>
              <a:rPr lang="en-NZ" sz="2000" dirty="0"/>
              <a:t> (win=6)</a:t>
            </a:r>
            <a:endParaRPr lang="en-US" sz="2000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30A9E0C5-4164-C646-3CAE-F3230634943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422" r="484" b="5810"/>
          <a:stretch>
            <a:fillRect/>
          </a:stretch>
        </p:blipFill>
        <p:spPr>
          <a:xfrm>
            <a:off x="3612858" y="3166713"/>
            <a:ext cx="8697301" cy="3691288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8F770A85-8CEA-2091-12CD-C8306025792C}"/>
              </a:ext>
            </a:extLst>
          </p:cNvPr>
          <p:cNvSpPr txBox="1"/>
          <p:nvPr/>
        </p:nvSpPr>
        <p:spPr>
          <a:xfrm>
            <a:off x="1280950" y="3920499"/>
            <a:ext cx="201392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NZ" dirty="0"/>
              <a:t>With no buffer (win=11)</a:t>
            </a:r>
          </a:p>
        </p:txBody>
      </p:sp>
    </p:spTree>
    <p:extLst>
      <p:ext uri="{BB962C8B-B14F-4D97-AF65-F5344CB8AC3E}">
        <p14:creationId xmlns:p14="http://schemas.microsoft.com/office/powerpoint/2010/main" val="39732796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Rectangle 14">
            <a:extLst>
              <a:ext uri="{FF2B5EF4-FFF2-40B4-BE49-F238E27FC236}">
                <a16:creationId xmlns:a16="http://schemas.microsoft.com/office/drawing/2014/main" id="{86FF76B9-219D-4469-AF87-0236D29032F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grpSp>
        <p:nvGrpSpPr>
          <p:cNvPr id="17" name="Group 16">
            <a:extLst>
              <a:ext uri="{FF2B5EF4-FFF2-40B4-BE49-F238E27FC236}">
                <a16:creationId xmlns:a16="http://schemas.microsoft.com/office/drawing/2014/main" id="{DB88BD78-87E1-424D-B479-C37D8E41B12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 flipH="1">
            <a:off x="10964637" y="2358"/>
            <a:ext cx="1876653" cy="1766008"/>
            <a:chOff x="-648769" y="2358"/>
            <a:chExt cx="1876653" cy="1766008"/>
          </a:xfrm>
        </p:grpSpPr>
        <p:sp>
          <p:nvSpPr>
            <p:cNvPr id="13" name="Freeform: Shape 12">
              <a:extLst>
                <a:ext uri="{FF2B5EF4-FFF2-40B4-BE49-F238E27FC236}">
                  <a16:creationId xmlns:a16="http://schemas.microsoft.com/office/drawing/2014/main" id="{C05EB894-9410-4B20-95E4-7A25101AB89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2700000">
              <a:off x="-415188" y="-231223"/>
              <a:ext cx="1409491" cy="1876653"/>
            </a:xfrm>
            <a:custGeom>
              <a:avLst/>
              <a:gdLst>
                <a:gd name="connsiteX0" fmla="*/ 0 w 1409491"/>
                <a:gd name="connsiteY0" fmla="*/ 643075 h 1876653"/>
                <a:gd name="connsiteX1" fmla="*/ 643075 w 1409491"/>
                <a:gd name="connsiteY1" fmla="*/ 0 h 1876653"/>
                <a:gd name="connsiteX2" fmla="*/ 1409491 w 1409491"/>
                <a:gd name="connsiteY2" fmla="*/ 0 h 1876653"/>
                <a:gd name="connsiteX3" fmla="*/ 1409491 w 1409491"/>
                <a:gd name="connsiteY3" fmla="*/ 1876653 h 1876653"/>
                <a:gd name="connsiteX4" fmla="*/ 1233578 w 1409491"/>
                <a:gd name="connsiteY4" fmla="*/ 1876653 h 187665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491" h="1876653">
                  <a:moveTo>
                    <a:pt x="0" y="643075"/>
                  </a:moveTo>
                  <a:lnTo>
                    <a:pt x="643075" y="0"/>
                  </a:lnTo>
                  <a:lnTo>
                    <a:pt x="1409491" y="0"/>
                  </a:lnTo>
                  <a:lnTo>
                    <a:pt x="1409491" y="1876653"/>
                  </a:lnTo>
                  <a:lnTo>
                    <a:pt x="1233578" y="1876653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166E38B6-B050-4340-8E8F-3A971DADC03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2700000">
              <a:off x="301285" y="1282788"/>
              <a:ext cx="485578" cy="485578"/>
            </a:xfrm>
            <a:prstGeom prst="rect">
              <a:avLst/>
            </a:prstGeom>
            <a:solidFill>
              <a:schemeClr val="accent1">
                <a:alpha val="3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16" name="Rectangle 15">
            <a:extLst>
              <a:ext uri="{FF2B5EF4-FFF2-40B4-BE49-F238E27FC236}">
                <a16:creationId xmlns:a16="http://schemas.microsoft.com/office/drawing/2014/main" id="{2E80C965-DB6D-4F81-9E9E-B027384D0BD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2700000">
            <a:off x="2737196" y="6033666"/>
            <a:ext cx="645368" cy="645368"/>
          </a:xfrm>
          <a:prstGeom prst="rect">
            <a:avLst/>
          </a:prstGeom>
          <a:solidFill>
            <a:schemeClr val="accent4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Isosceles Triangle 17">
            <a:extLst>
              <a:ext uri="{FF2B5EF4-FFF2-40B4-BE49-F238E27FC236}">
                <a16:creationId xmlns:a16="http://schemas.microsoft.com/office/drawing/2014/main" id="{633C5E46-DAC5-4661-9C87-22B08E2A512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343436" y="5721108"/>
            <a:ext cx="2261965" cy="1136891"/>
          </a:xfrm>
          <a:prstGeom prst="triangle">
            <a:avLst>
              <a:gd name="adj" fmla="val 50000"/>
            </a:avLst>
          </a:prstGeom>
          <a:solidFill>
            <a:schemeClr val="accent4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A4856A8-EE0C-A87A-DB80-7CCB617F83D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43361" y="643467"/>
            <a:ext cx="6105277" cy="5571065"/>
          </a:xfrm>
          <a:prstGeom prst="rect">
            <a:avLst/>
          </a:prstGeom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309771659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55318FFF-03B5-83E6-4F5D-B8785343D81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175180" y="543667"/>
            <a:ext cx="12192000" cy="6096000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5DD359C7-0538-F07E-854C-DA1903880811}"/>
              </a:ext>
            </a:extLst>
          </p:cNvPr>
          <p:cNvSpPr txBox="1"/>
          <p:nvPr/>
        </p:nvSpPr>
        <p:spPr>
          <a:xfrm>
            <a:off x="4366648" y="5709706"/>
            <a:ext cx="345870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NZ" dirty="0"/>
              <a:t>Used the active learning method.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D7E05C1-7E25-8EB9-B590-2AD5B52CCF6E}"/>
              </a:ext>
            </a:extLst>
          </p:cNvPr>
          <p:cNvSpPr txBox="1"/>
          <p:nvPr/>
        </p:nvSpPr>
        <p:spPr>
          <a:xfrm>
            <a:off x="4679716" y="174335"/>
            <a:ext cx="248220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NZ" sz="3200" dirty="0"/>
              <a:t>Week 2 </a:t>
            </a:r>
          </a:p>
        </p:txBody>
      </p:sp>
    </p:spTree>
    <p:extLst>
      <p:ext uri="{BB962C8B-B14F-4D97-AF65-F5344CB8AC3E}">
        <p14:creationId xmlns:p14="http://schemas.microsoft.com/office/powerpoint/2010/main" val="77663911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18CFB0FF-9488-422E-26C5-82131DD4B85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8728" y="537759"/>
            <a:ext cx="11774543" cy="57824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6405413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5840</TotalTime>
  <Words>41</Words>
  <Application>Microsoft Office PowerPoint</Application>
  <PresentationFormat>Widescreen</PresentationFormat>
  <Paragraphs>7</Paragraphs>
  <Slides>5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9" baseType="lpstr">
      <vt:lpstr>Aptos</vt:lpstr>
      <vt:lpstr>Aptos Display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Palnati, Uday Kumar (Student)</dc:creator>
  <cp:lastModifiedBy>Palnati, Uday Kumar (Student)</cp:lastModifiedBy>
  <cp:revision>2</cp:revision>
  <dcterms:created xsi:type="dcterms:W3CDTF">2026-03-24T22:11:43Z</dcterms:created>
  <dcterms:modified xsi:type="dcterms:W3CDTF">2026-04-01T21:15:30Z</dcterms:modified>
</cp:coreProperties>
</file>